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0622B"/>
                </a:solidFill>
                <a:latin typeface="맑은 고딕"/>
              </a:rPr>
              <a:t>쓰레드 저장글 정리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F242B"/>
                </a:solidFill>
                <a:latin typeface="맑은 고딕"/>
              </a:rPr>
              <a:t>내 저장글 674개를</a:t>
            </a:r>
          </a:p>
          <a:p>
            <a:pPr algn="l">
              <a:lnSpc>
                <a:spcPct val="110000"/>
              </a:lnSpc>
            </a:pPr>
            <a:r>
              <a:rPr sz="4600" b="1">
                <a:solidFill>
                  <a:srgbClr val="1F242B"/>
                </a:solidFill>
                <a:latin typeface="맑은 고딕"/>
              </a:rPr>
              <a:t>레시피(스킬)로 바꿨습니다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1148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7280"/>
                </a:solidFill>
                <a:latin typeface="맑은 고딕"/>
              </a:rPr>
              <a:t>어려운 말 없이, 유치원생도 따라할 수 있게 적었습니다.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7280"/>
                </a:solidFill>
                <a:latin typeface="맑은 고딕"/>
              </a:rPr>
              <a:t>2026년 10월 24일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39496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0622B"/>
                </a:solidFill>
                <a:latin typeface="맑은 고딕"/>
              </a:rPr>
              <a:t>674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943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저장글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39496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0622B"/>
                </a:solidFill>
                <a:latin typeface="맑은 고딕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43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새 스킬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39496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0622B"/>
                </a:solidFill>
                <a:latin typeface="맑은 고딕"/>
              </a:rPr>
              <a:t>912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943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총 스킬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스킬이 뭐예요?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요리 레시피랑 똑같습니다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120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B7280"/>
                </a:solidFill>
                <a:latin typeface="맑은 고딕"/>
              </a:rPr>
              <a:t>레시피가 없으면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김치찌개를 만들 때마다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김치 얼마나 넣지?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돼지고기는 언제?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불은 얼마나?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매번 헤매고, 매번 다르게 나옵니다.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5120640" cy="3840480"/>
          </a:xfrm>
          <a:prstGeom prst="rect">
            <a:avLst/>
          </a:prstGeom>
          <a:solidFill>
            <a:srgbClr val="FFF3EB"/>
          </a:solidFill>
          <a:ln w="12700">
            <a:solidFill>
              <a:srgbClr val="E0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0622B"/>
                </a:solidFill>
                <a:latin typeface="맑은 고딕"/>
              </a:rPr>
              <a:t>레시피가 있으면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몇 번을 만들어도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같은 맛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같은 시간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· 같은 결과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AI도 똑같습니다.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42B"/>
                </a:solidFill>
                <a:latin typeface="맑은 고딕"/>
              </a:rPr>
              <a:t>스킬 = AI가 일하는 순서표입니다.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제가 한 일은 세 가지입니다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수집 → 판정 → 설치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0622B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F242B"/>
                </a:solidFill>
                <a:latin typeface="맑은 고딕"/>
              </a:rPr>
              <a:t>모으기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저장글 674개를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하나씩 다 열어봄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댓글 4,128개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이미지 1,403장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0622B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71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F242B"/>
                </a:solidFill>
                <a:latin typeface="맑은 고딕"/>
              </a:rPr>
              <a:t>골라내기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61188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진짜 지시문만 남김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104개 같던 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사실은 5개였음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9456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0622B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F242B"/>
                </a:solidFill>
                <a:latin typeface="맑은 고딕"/>
              </a:rPr>
              <a:t>깔기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같은 스킬이 여러 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복사돼 있었음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한 곳만 남기고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전부 연결함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왜 104개가 5개가 됐나요?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단어가 아니라 '모양'으로 걸렀습니다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4937760" cy="2011680"/>
          </a:xfrm>
          <a:prstGeom prst="rect">
            <a:avLst/>
          </a:prstGeom>
          <a:solidFill>
            <a:srgbClr val="FBECEC"/>
          </a:solidFill>
          <a:ln w="12700">
            <a:solidFill>
              <a:srgbClr val="D9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04545"/>
                </a:solidFill>
                <a:latin typeface="맑은 고딕"/>
              </a:rPr>
              <a:t>잘못된 방법 (처음)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4480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'프롬프트'라는 글자가 있으면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다 골랐습니다.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→ 104개가 나왔지만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   대부분 감상 댓글이었습니다.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43400"/>
            <a:ext cx="4937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B7280"/>
                </a:solidFill>
                <a:latin typeface="맑은 고딕"/>
              </a:rPr>
              <a:t>실제로 걸러진 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"후자입니다! 프롬프트 한번으로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알아서 해주더라고요"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→ 이건 지시문이 아니라 감탄입니다.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103120"/>
            <a:ext cx="5303520" cy="3977639"/>
          </a:xfrm>
          <a:prstGeom prst="rect">
            <a:avLst/>
          </a:prstGeom>
          <a:solidFill>
            <a:srgbClr val="EEF6EE"/>
          </a:solidFill>
          <a:ln w="12700">
            <a:solidFill>
              <a:srgbClr val="7AA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743D"/>
                </a:solidFill>
                <a:latin typeface="맑은 고딕"/>
              </a:rPr>
              <a:t>제대로 된 방법 (최종)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두 가지를 다 갖춰야 인정: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① 역할을 준다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   "당신은 디자이너입니다"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② 결과물을 시킨다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   "상세페이지를 만들어 주세요"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둘 중 하나라도 없으면 탈락.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번호만 나열한 질문지도 탈락.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진짜 지시문 5개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674개를 다 뒤져서 찾은 전부입니다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@key_te_ss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12848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42B"/>
                </a:solidFill>
                <a:latin typeface="맑은 고딕"/>
              </a:rPr>
              <a:t>광고제 CD 페르소나 — 15장 브랜드 필름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98648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54096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@playto876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54096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42B"/>
                </a:solidFill>
                <a:latin typeface="맑은 고딕"/>
              </a:rPr>
              <a:t>제휴 마케팅 분석가 — 클릭률 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39896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95344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@just_ai_case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95344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42B"/>
                </a:solidFill>
                <a:latin typeface="맑은 고딕"/>
              </a:rPr>
              <a:t>근력운동 코치 — ACSM 주간 운동표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81144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36592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@neulhoon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36592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42B"/>
                </a:solidFill>
                <a:latin typeface="맑은 고딕"/>
              </a:rPr>
              <a:t>한국 음식 광고 디자이너 — 이미지 프롬프트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22392"/>
            <a:ext cx="10515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@work.less.better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7784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42B"/>
                </a:solidFill>
                <a:latin typeface="맑은 고딕"/>
              </a:rPr>
              <a:t>스마트스토어 상세페이지 이미지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※ 5번은 지금 하시는 스마트스토어 상세페이지 작업과 바로 연결됩니다.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새로 만든 스킬 13개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쓰레드에서 배운 걸 그대로 레시피로 옮겼습니다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8541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goal-prompt-builder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4203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일 시킬 때 지시문을 또박또박 쓰게 도와줌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5740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8541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multi-agent-session-brief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4203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여러 AI에게 일 나눠줄 때 설명서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05740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18541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image-prompt-portrait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54203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사람 사진 만들 때 쓰는 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3697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video-shotlist-prompt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59359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짧은 영상 만들 때 장면표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10896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23697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batch-image-gen-orchestrator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59359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그림 수백 장 한꺼번에 만들기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310896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323697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gcp-vertex-adc-setup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59359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구글 클라우드 처음부터 연결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16052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28853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detailpage-skill-builder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64515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상세페이지 만드는 법을 스킬로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21208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3400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blog-content-pipeline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69671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블로그 글 쓰는 순서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521208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53400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motion-video-brief-builder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569671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광고 영상 기획서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521208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53400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side-hustle-design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569671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부업 찾고 90일 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26364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639165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thread-content-strategist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67482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쓰레드 글 잘 쓰기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626364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639165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reference-video-editing-skill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67482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영상 편집 규칙 만들기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626364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639165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hyperframes-renderer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67482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음성·자막 합쳐 영상 완성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같은 스킬이 여러 벌 있었습니다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지금은 한 곳에만 진짜가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120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실제로 겹친 스킬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402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E0622B"/>
                </a:solidFill>
                <a:latin typeface="맑은 고딕"/>
              </a:rPr>
              <a:t>621개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16352"/>
            <a:ext cx="5120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바이트까지 똑같아서 합친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5351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E0622B"/>
                </a:solidFill>
                <a:latin typeface="맑은 고딕"/>
              </a:rPr>
              <a:t>610개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29584"/>
            <a:ext cx="5120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6674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내용이 달라 그대로 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66674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E0622B"/>
                </a:solidFill>
                <a:latin typeface="맑은 고딕"/>
              </a:rPr>
              <a:t>11개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42816"/>
            <a:ext cx="5120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9976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42B"/>
                </a:solidFill>
                <a:latin typeface="맑은 고딕"/>
              </a:rPr>
              <a:t>정리 중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3799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>
                <a:solidFill>
                  <a:srgbClr val="E0622B"/>
                </a:solidFill>
                <a:latin typeface="맑은 고딕"/>
              </a:rPr>
              <a:t>0건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103120"/>
            <a:ext cx="5120640" cy="2788920"/>
          </a:xfrm>
          <a:prstGeom prst="rect">
            <a:avLst/>
          </a:prstGeom>
          <a:solidFill>
            <a:srgbClr val="FFF3EB"/>
          </a:solidFill>
          <a:ln w="12700">
            <a:solidFill>
              <a:srgbClr val="E0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진짜는 딱 한 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4663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>C:\Users\imda0\.agents\skills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>여기 912개가 진짜입니다.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>나머지 폴더는 전부 이곳을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>가리키는 '바로가기'입니다.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F242B"/>
                </a:solidFill>
                <a:latin typeface="맑은 고딕"/>
              </a:rPr>
              <a:t>복사본이 아니라 같은 파일입니다.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그래서 레시피를 한 번 고치면 Claude·GJC·OmO·Pi·Codex 다섯 곳에 동시에 반영됩니다.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다섯 프로그램이 모두 같은 레시피를 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2026-10-24 실제로 센 숫자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221992"/>
            <a:ext cx="7498079" cy="384048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19" y="22585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7280"/>
                </a:solidFill>
                <a:latin typeface="맑은 고딕"/>
              </a:rPr>
              <a:t>926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GJC (가재)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971800"/>
            <a:ext cx="7425203" cy="384048"/>
          </a:xfrm>
          <a:prstGeom prst="rect">
            <a:avLst/>
          </a:prstGeom>
          <a:solidFill>
            <a:srgbClr val="F0B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88443" y="3008376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7280"/>
                </a:solidFill>
                <a:latin typeface="맑은 고딕"/>
              </a:rPr>
              <a:t>917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818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OmO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721608"/>
            <a:ext cx="7384717" cy="384048"/>
          </a:xfrm>
          <a:prstGeom prst="rect">
            <a:avLst/>
          </a:prstGeom>
          <a:solidFill>
            <a:srgbClr val="F0B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47957" y="375818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7280"/>
                </a:solidFill>
                <a:latin typeface="맑은 고딕"/>
              </a:rPr>
              <a:t>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079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71416"/>
            <a:ext cx="7384717" cy="384048"/>
          </a:xfrm>
          <a:prstGeom prst="rect">
            <a:avLst/>
          </a:prstGeom>
          <a:solidFill>
            <a:srgbClr val="F0B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7957" y="450799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7280"/>
                </a:solidFill>
                <a:latin typeface="맑은 고딕"/>
              </a:rPr>
              <a:t>912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Codex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5221224"/>
            <a:ext cx="7441398" cy="384048"/>
          </a:xfrm>
          <a:prstGeom prst="rect">
            <a:avLst/>
          </a:prstGeom>
          <a:solidFill>
            <a:srgbClr val="F0B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04638" y="5257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7280"/>
                </a:solidFill>
                <a:latin typeface="맑은 고딕"/>
              </a:rPr>
              <a:t>919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Claude가 926개로 조금 많은 이유: 원래 Claude에만 있던 고유 스킬 14개를 지우지 않았기 때문입니다.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설치한 MCP 서버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AI가 밖으로 나가 일할 수 있게 해주는 창구입니다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MCP = AI에게 손과 발을 달아주는 것. 없으면 말만 하고, 있으면 실제로 찾아옵니다.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google-surf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61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구글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3317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323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614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프로그램 뜯어보기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467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google-flow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758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이미지·영상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467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kit-for-ai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758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지식 저장고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611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muse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5902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무스 비서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160520"/>
            <a:ext cx="5120640" cy="777240"/>
          </a:xfrm>
          <a:prstGeom prst="rect">
            <a:avLst/>
          </a:prstGeom>
          <a:solidFill>
            <a:srgbClr val="EEF6EE"/>
          </a:solidFill>
          <a:ln w="12700">
            <a:solidFill>
              <a:srgbClr val="7AA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611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korean-law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902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743D"/>
                </a:solidFill>
                <a:latin typeface="맑은 고딕"/>
              </a:rPr>
              <a:t>법령 검색 (새로 추가)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074920"/>
            <a:ext cx="5120640" cy="777240"/>
          </a:xfrm>
          <a:prstGeom prst="rect">
            <a:avLst/>
          </a:prstGeom>
          <a:solidFill>
            <a:srgbClr val="EEF6EE"/>
          </a:solidFill>
          <a:ln w="12700">
            <a:solidFill>
              <a:srgbClr val="7AA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1755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chrome-devtools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046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743D"/>
                </a:solidFill>
                <a:latin typeface="맑은 고딕"/>
              </a:rPr>
              <a:t>브라우저 개발자 도구 (새로 추가)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074920"/>
            <a:ext cx="5120640" cy="777240"/>
          </a:xfrm>
          <a:prstGeom prst="rect">
            <a:avLst/>
          </a:prstGeom>
          <a:solidFill>
            <a:srgbClr val="EEF6EE"/>
          </a:solidFill>
          <a:ln w="12700">
            <a:solidFill>
              <a:srgbClr val="7AA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7550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gitnexus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04688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D743D"/>
                </a:solidFill>
                <a:latin typeface="맑은 고딕"/>
              </a:rPr>
              <a:t>코드 저장소 분석 (새로 추가)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korean-law(법령 검색)·chrome-devtools(브라우저 개발자 도구)·gitnexus(코드 저장소 분석)는 이번에 새로 붙였습니다. 셋 다 API 키 없이 동작 확인했습니다.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어떻게 쓰나요?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외울 것 없습니다. 그냥 말하면 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0622B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242B"/>
                </a:solidFill>
                <a:latin typeface="맑은 고딕"/>
              </a:rPr>
              <a:t>그냥 말한다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예: "상세페이지 만들어줘"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AI가 알아서 맞는 레시피를 꺼내 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10312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0622B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242B"/>
                </a:solidFill>
                <a:latin typeface="맑은 고딕"/>
              </a:rPr>
              <a:t>기다린다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918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AI가 레시피대로 순서대로 일합니다.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중간에 물어보면 대답만 하면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0622B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242B"/>
                </a:solidFill>
                <a:latin typeface="맑은 고딕"/>
              </a:rPr>
              <a:t>결과를 본다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마음에 안 들면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"이 부분 다시" 라고 하면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63440"/>
            <a:ext cx="10515600" cy="1600200"/>
          </a:xfrm>
          <a:prstGeom prst="rect">
            <a:avLst/>
          </a:prstGeom>
          <a:solidFill>
            <a:srgbClr val="F5F1EA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242B"/>
                </a:solidFill>
                <a:latin typeface="맑은 고딕"/>
              </a:rPr>
              <a:t>스킬이 몇 개인지 직접 세어보기 (PowerShell 창에 붙여넣기)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0622B"/>
                </a:solidFill>
                <a:latin typeface="맑은 고딕"/>
              </a:rPr>
              <a:t>Get-ChildItem C:\Users\imda0\.agents\skills | Measure-Object | Select-Object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→ 912가 나오면 정상입니다.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제대로 됐는지 확인하는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세 가지만 보면 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스킬 개수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D743D"/>
                </a:solidFill>
                <a:latin typeface="맑은 고딕"/>
              </a:rPr>
              <a:t>912개면 정상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Get-ChildItem C:\Users\imda0\.agents\skills | Measure-Object | Select-Object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74720"/>
            <a:ext cx="10515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새 스킬 있는지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11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D743D"/>
                </a:solidFill>
                <a:latin typeface="맑은 고딕"/>
              </a:rPr>
              <a:t>13개 모두 있어야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Get-ChildItem C:\Users\imda0\.agents\skills -Name | Select-String "goal-prompt|side-hustle|hyperframes"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42B"/>
                </a:solidFill>
                <a:latin typeface="맑은 고딕"/>
              </a:rPr>
              <a:t>MCP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83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D743D"/>
                </a:solidFill>
                <a:latin typeface="맑은 고딕"/>
              </a:rPr>
              <a:t>8개가 보여야 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Get-Content C:\Users\imda0\.claude.json | Select-String 'korean-law|chrome-devtools|gitnexus|muse'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0622B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F242B"/>
                </a:solidFill>
                <a:latin typeface="맑은 고딕"/>
              </a:rPr>
              <a:t>안 된 것과 모르는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숨기지 않고 그대로 적었습니다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011680" cy="381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622B"/>
                </a:solidFill>
                <a:latin typeface="맑은 고딕"/>
              </a:rPr>
              <a:t>Q00/o 저장소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85416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GitHub에서 삭제됨(404). 확인할 수 없어 '미확인'으로 남겼습니다.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07792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900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622B"/>
                </a:solidFill>
                <a:latin typeface="맑은 고딕"/>
              </a:rPr>
              <a:t>korean-stats-mcp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990088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설치는 되지만 KOSIS_API_KEY가 필요해 실행되지 않습니다.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12464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622B"/>
                </a:solidFill>
                <a:latin typeface="맑은 고딕"/>
              </a:rPr>
              <a:t>korean-dart-mcp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9476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DART_API_KEY가 필요해 실행되지 않습니다. 무료 발급 후 쓸 수 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17136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994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622B"/>
                </a:solidFill>
                <a:latin typeface="맑은 고딕"/>
              </a:rPr>
              <a:t>프롬프트 원문 1건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59943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@hyun.doyun 댓글이 '예:'에서 끊겨 있습니다. 클릭해도 더 안 나옵니다.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21808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041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0622B"/>
                </a:solidFill>
                <a:latin typeface="맑은 고딕"/>
              </a:rPr>
              <a:t>OCR 이미지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04104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1,403장을 읽었지만 지시문은 0건. 이미지엔 광고 카드뿐이었습니다.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242B"/>
                </a:solidFill>
                <a:latin typeface="맑은 고딕"/>
              </a:rPr>
              <a:t>추측해서 채우지 않았습니다. 모르면 모른다고 적었습니다.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0622B"/>
                </a:solidFill>
                <a:latin typeface="맑은 고딕"/>
              </a:rPr>
              <a:t>정리하면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42B"/>
                </a:solidFill>
                <a:latin typeface="맑은 고딕"/>
              </a:rPr>
              <a:t>이제 다섯 프로그램이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42B"/>
                </a:solidFill>
                <a:latin typeface="맑은 고딕"/>
              </a:rPr>
              <a:t>같은 레시피를 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601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진짜 레시피는 한 곳(912개)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나머지는 전부 바로가기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새 스킬 13개는 쓰레드에서 배운 것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MCP 8개로 AI가 실제로 일할 수 있음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